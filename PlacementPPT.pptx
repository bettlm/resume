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3"/>
  </p:normalViewPr>
  <p:slideViewPr>
    <p:cSldViewPr snapToGrid="0">
      <p:cViewPr varScale="1">
        <p:scale>
          <a:sx n="122" d="100"/>
          <a:sy n="122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74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1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20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4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2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4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0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87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3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E06B3BA-C164-BB42-B746-68A9712FD80C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C0836B8-E858-3F4D-BD0A-E64BA25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4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njith120806@gmail.com" TargetMode="External"/><Relationship Id="rId2" Type="http://schemas.openxmlformats.org/officeDocument/2006/relationships/hyperlink" Target="mailto:cb.sc.u4cse24544@cb.students.amrita.edu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jpeg"/><Relationship Id="rId4" Type="http://schemas.openxmlformats.org/officeDocument/2006/relationships/hyperlink" Target="mailto:Sanjith@bettim.tech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njithsj/" TargetMode="External"/><Relationship Id="rId2" Type="http://schemas.openxmlformats.org/officeDocument/2006/relationships/hyperlink" Target="https://github.com/BETTl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etcode.com/u/BettimIsUnemployed/" TargetMode="External"/><Relationship Id="rId4" Type="http://schemas.openxmlformats.org/officeDocument/2006/relationships/hyperlink" Target="https://leetcode.com/u/BETTl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TTlM/Secretary" TargetMode="External"/><Relationship Id="rId2" Type="http://schemas.openxmlformats.org/officeDocument/2006/relationships/hyperlink" Target="https://bettim.tech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BETTlM/BlackBoxMotorcycle" TargetMode="External"/><Relationship Id="rId4" Type="http://schemas.openxmlformats.org/officeDocument/2006/relationships/hyperlink" Target="https://github.com/BETTlM/APMDashboard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A142-4AA8-91CC-A36D-817FAEFD1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722954"/>
            <a:ext cx="7729728" cy="1188720"/>
          </a:xfrm>
        </p:spPr>
        <p:txBody>
          <a:bodyPr/>
          <a:lstStyle/>
          <a:p>
            <a:r>
              <a:rPr lang="en-US" dirty="0"/>
              <a:t>My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96F9-E53D-9028-DF8D-9549B8A00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28801" y="2752461"/>
            <a:ext cx="5035032" cy="2873139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Name : </a:t>
            </a:r>
            <a:r>
              <a:rPr lang="en-US" sz="2000" dirty="0"/>
              <a:t>Sanjith S J</a:t>
            </a:r>
          </a:p>
          <a:p>
            <a:pPr algn="ctr"/>
            <a:r>
              <a:rPr lang="en-US" sz="2000" b="1" dirty="0"/>
              <a:t>Roll No. : </a:t>
            </a:r>
            <a:r>
              <a:rPr lang="en-US" sz="2000" dirty="0"/>
              <a:t>CSE24544</a:t>
            </a:r>
          </a:p>
          <a:p>
            <a:pPr algn="ctr"/>
            <a:r>
              <a:rPr lang="en-US" sz="2000" b="1" dirty="0"/>
              <a:t>Official Email : </a:t>
            </a:r>
            <a:r>
              <a:rPr lang="en-US" sz="2000" dirty="0">
                <a:hlinkClick r:id="rId2"/>
              </a:rPr>
              <a:t>cb.sc.u4cse24544@cb.students.amrita.edu</a:t>
            </a:r>
            <a:endParaRPr lang="en-US" sz="2000" dirty="0"/>
          </a:p>
          <a:p>
            <a:pPr algn="ctr"/>
            <a:r>
              <a:rPr lang="en-US" sz="2000" b="1" dirty="0"/>
              <a:t>Personal Email : </a:t>
            </a:r>
            <a:r>
              <a:rPr lang="en-US" sz="2000" dirty="0">
                <a:hlinkClick r:id="rId3"/>
              </a:rPr>
              <a:t>sanjith120806@gmail.com</a:t>
            </a:r>
            <a:endParaRPr lang="en-US" sz="2000" dirty="0"/>
          </a:p>
          <a:p>
            <a:pPr algn="ctr"/>
            <a:r>
              <a:rPr lang="en-US" sz="2000" b="1" dirty="0"/>
              <a:t>Work Email : </a:t>
            </a:r>
            <a:r>
              <a:rPr lang="en-US" sz="2000" dirty="0">
                <a:hlinkClick r:id="rId4"/>
              </a:rPr>
              <a:t>Sanjith@bettim.tech</a:t>
            </a:r>
            <a:endParaRPr lang="en-US" sz="2000" dirty="0"/>
          </a:p>
          <a:p>
            <a:pPr algn="ctr"/>
            <a:endParaRPr lang="en-US" sz="2000" b="1" dirty="0"/>
          </a:p>
          <a:p>
            <a:pPr algn="ctr"/>
            <a:endParaRPr lang="en-US" sz="2000" b="1" dirty="0"/>
          </a:p>
        </p:txBody>
      </p:sp>
      <p:pic>
        <p:nvPicPr>
          <p:cNvPr id="6" name="Content Placeholder 5" descr="A person with a white mark on his forehead&#10;&#10;AI-generated content may be incorrect.">
            <a:extLst>
              <a:ext uri="{FF2B5EF4-FFF2-40B4-BE49-F238E27FC236}">
                <a16:creationId xmlns:a16="http://schemas.microsoft.com/office/drawing/2014/main" id="{2330F765-1F57-17F3-ED83-04C0FCB861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7949187" y="2638042"/>
            <a:ext cx="2414012" cy="3101975"/>
          </a:xfrm>
        </p:spPr>
      </p:pic>
    </p:spTree>
    <p:extLst>
      <p:ext uri="{BB962C8B-B14F-4D97-AF65-F5344CB8AC3E}">
        <p14:creationId xmlns:p14="http://schemas.microsoft.com/office/powerpoint/2010/main" val="2368764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DE97-AD11-01DA-7DAB-81971D63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7973"/>
            <a:ext cx="7729728" cy="1188720"/>
          </a:xfrm>
        </p:spPr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2C2F-87D6-C3A6-4925-2D3EF325A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I’m a Computer Science Undergraduate at Amrita Vishwa Vidyapeetham, with strong interests in Backend Engineering, Distributed Systems and Scalable Software Designs.</a:t>
            </a:r>
          </a:p>
          <a:p>
            <a:pPr algn="just"/>
            <a:r>
              <a:rPr lang="en-US" dirty="0"/>
              <a:t>I enjoy building systems and solutions that solve real-world problems using clean architecture and modern development practices.</a:t>
            </a:r>
          </a:p>
          <a:p>
            <a:pPr algn="just"/>
            <a:r>
              <a:rPr lang="en-US" dirty="0"/>
              <a:t>My experience ranges from building Event-Driven SaaS applications and building embedded telemetry systems using advanced data structures.</a:t>
            </a:r>
          </a:p>
          <a:p>
            <a:pPr algn="just"/>
            <a:r>
              <a:rPr lang="en-US" dirty="0"/>
              <a:t>Currently, I work as an Undergraduate Teaching Assistant in Amrita Vishwa Vidyapeetham, Coimbatore.</a:t>
            </a:r>
          </a:p>
        </p:txBody>
      </p:sp>
    </p:spTree>
    <p:extLst>
      <p:ext uri="{BB962C8B-B14F-4D97-AF65-F5344CB8AC3E}">
        <p14:creationId xmlns:p14="http://schemas.microsoft.com/office/powerpoint/2010/main" val="304940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6C11-4432-6886-B158-C07F780E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presence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0E64A-196D-5BFA-08BA-5643616D2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/>
              <a:t>GitHub</a:t>
            </a:r>
          </a:p>
          <a:p>
            <a:pPr algn="ctr"/>
            <a:r>
              <a:rPr lang="en-US" dirty="0">
                <a:hlinkClick r:id="rId2"/>
              </a:rPr>
              <a:t>https://github.com/BETTlM</a:t>
            </a:r>
            <a:endParaRPr lang="en-US" dirty="0"/>
          </a:p>
          <a:p>
            <a:pPr algn="ctr"/>
            <a:r>
              <a:rPr lang="en-US" b="1" dirty="0"/>
              <a:t>LinkedIn</a:t>
            </a:r>
          </a:p>
          <a:p>
            <a:pPr algn="ctr"/>
            <a:r>
              <a:rPr lang="en-US" b="1" dirty="0">
                <a:hlinkClick r:id="rId3"/>
              </a:rPr>
              <a:t>https://www.linkedin.com/in/sanjithsj/</a:t>
            </a:r>
            <a:endParaRPr lang="en-US" b="1" dirty="0"/>
          </a:p>
          <a:p>
            <a:pPr algn="ctr"/>
            <a:r>
              <a:rPr lang="en-US" b="1" dirty="0"/>
              <a:t>LeetCode</a:t>
            </a:r>
          </a:p>
          <a:p>
            <a:pPr algn="ctr"/>
            <a:r>
              <a:rPr lang="en-US" b="1" dirty="0">
                <a:hlinkClick r:id="rId4"/>
              </a:rPr>
              <a:t>https://leetcode.com/u/BETTlM/</a:t>
            </a:r>
            <a:endParaRPr lang="en-US" b="1" dirty="0"/>
          </a:p>
          <a:p>
            <a:pPr algn="ctr"/>
            <a:r>
              <a:rPr lang="en-US" b="1" dirty="0">
                <a:hlinkClick r:id="rId5"/>
              </a:rPr>
              <a:t>https://leetcode.com/u/BettimIsUnemployed/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4189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2C8FC-2EB8-F8C6-6E74-A51679BF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E31C-668F-5A0D-36D6-69301DCDE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b="1" dirty="0"/>
              <a:t>Current CGPA : </a:t>
            </a:r>
            <a:r>
              <a:rPr lang="en-US" dirty="0"/>
              <a:t>8.4/10</a:t>
            </a:r>
          </a:p>
          <a:p>
            <a:pPr algn="ctr"/>
            <a:r>
              <a:rPr lang="en-US" b="1" dirty="0"/>
              <a:t>Relevant Coursework : </a:t>
            </a:r>
          </a:p>
          <a:p>
            <a:pPr algn="ctr"/>
            <a:r>
              <a:rPr lang="en-US" dirty="0"/>
              <a:t>Data Structures and Algorithms</a:t>
            </a:r>
          </a:p>
          <a:p>
            <a:pPr algn="ctr"/>
            <a:r>
              <a:rPr lang="en-US" dirty="0"/>
              <a:t>Object Oriented Programming</a:t>
            </a:r>
          </a:p>
          <a:p>
            <a:pPr algn="ctr"/>
            <a:r>
              <a:rPr lang="en-US" dirty="0"/>
              <a:t>Operating Systems</a:t>
            </a:r>
          </a:p>
          <a:p>
            <a:pPr algn="ctr"/>
            <a:r>
              <a:rPr lang="en-US" dirty="0"/>
              <a:t>Database Management Systems</a:t>
            </a:r>
          </a:p>
          <a:p>
            <a:pPr algn="ctr"/>
            <a:r>
              <a:rPr lang="en-US" dirty="0"/>
              <a:t>Computer Hardware</a:t>
            </a:r>
          </a:p>
        </p:txBody>
      </p:sp>
    </p:spTree>
    <p:extLst>
      <p:ext uri="{BB962C8B-B14F-4D97-AF65-F5344CB8AC3E}">
        <p14:creationId xmlns:p14="http://schemas.microsoft.com/office/powerpoint/2010/main" val="805312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1B92E-1EB9-63F0-3EA2-7A3229F6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555B-E08D-C1B6-B128-3FAF88DE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Participated in VISA IIT Hackathon 2026, Finalist top 50 among 3000+ teams.</a:t>
            </a:r>
          </a:p>
          <a:p>
            <a:pPr algn="just"/>
            <a:r>
              <a:rPr lang="en-US" dirty="0"/>
              <a:t>Participated in Amrita’s Build2Break Hackathon 2026.</a:t>
            </a:r>
          </a:p>
          <a:p>
            <a:pPr algn="just"/>
            <a:r>
              <a:rPr lang="en-US" dirty="0"/>
              <a:t>Selected as Undergraduate Teaching Assistant in Amrita School of Computing.</a:t>
            </a:r>
          </a:p>
          <a:p>
            <a:pPr algn="just"/>
            <a:r>
              <a:rPr lang="en-US" dirty="0"/>
              <a:t>Contributed to Flowgorithm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91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4618-2DA4-3248-5E49-401770EF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64085"/>
            <a:ext cx="7729728" cy="1188720"/>
          </a:xfrm>
        </p:spPr>
        <p:txBody>
          <a:bodyPr/>
          <a:lstStyle/>
          <a:p>
            <a:r>
              <a:rPr lang="en-US" dirty="0"/>
              <a:t>Research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95052-B24A-69A1-BC45-98269A929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540" y="3153597"/>
            <a:ext cx="7984919" cy="2340318"/>
          </a:xfrm>
        </p:spPr>
        <p:txBody>
          <a:bodyPr/>
          <a:lstStyle/>
          <a:p>
            <a:pPr algn="just"/>
            <a:r>
              <a:rPr lang="en-US" dirty="0"/>
              <a:t>Currently exploring research opportunities in System Performance Optimization, Event-driven Architectures and Artificial Intelligence.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7917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DE33-6025-B973-B3CA-F040817F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projects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ABC869-0B24-0CE6-0EDF-CE7BD649A6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731093"/>
              </p:ext>
            </p:extLst>
          </p:nvPr>
        </p:nvGraphicFramePr>
        <p:xfrm>
          <a:off x="-6" y="2627914"/>
          <a:ext cx="12192006" cy="3754120"/>
        </p:xfrm>
        <a:graphic>
          <a:graphicData uri="http://schemas.openxmlformats.org/drawingml/2006/table">
            <a:tbl>
              <a:tblPr firstRow="1" bandRow="1" bandCol="1">
                <a:tableStyleId>{72833802-FEF1-4C79-8D5D-14CF1EAF98D9}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1178731679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3516394789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362796987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67643050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4272557152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7398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Project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GitHub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6757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SaaS Event Sync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/>
                        </a:rPr>
                        <a:t>https://bettim.tech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"/>
                        </a:rPr>
                        <a:t>https://github.com/BETTlM/Secretary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Projected increase in efficiency of 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6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Performance Skip List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Lohit G, Madan M, Nitin Pranav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/>
                        </a:rPr>
                        <a:t>https://github.com/BETTlM/APMDashboard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Projected time savings of around 30H/Week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62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Embedded Telemetry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Lohit G, Madan M, Nitin Pranav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/>
                        </a:rPr>
                        <a:t>https://github.com/BETTlM/BlackBoxMotorcycle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Projected reduction in road accidents of 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255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Android UI 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 Project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/>
                        </a:rPr>
                        <a:t>https://github.com/BETTlM/BlackBoxMotorcycle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Increased visual flairs with less wastage of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557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711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EDD3-BF72-ED43-A71A-7CFEB269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BE527-C97B-6B6F-0B13-7A6743E8C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04829" y="2680086"/>
            <a:ext cx="2701159" cy="3101982"/>
          </a:xfrm>
        </p:spPr>
        <p:txBody>
          <a:bodyPr/>
          <a:lstStyle/>
          <a:p>
            <a:r>
              <a:rPr lang="en-US" b="1" dirty="0"/>
              <a:t>Subjects of Interest : </a:t>
            </a:r>
          </a:p>
          <a:p>
            <a:r>
              <a:rPr lang="en-US" dirty="0"/>
              <a:t>Distributed Systems</a:t>
            </a:r>
          </a:p>
          <a:p>
            <a:r>
              <a:rPr lang="en-US" dirty="0"/>
              <a:t>Computer Networks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Web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60427-3CD9-15BF-A27A-B33D1F16E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0617" y="2680086"/>
            <a:ext cx="4270247" cy="3101982"/>
          </a:xfrm>
        </p:spPr>
        <p:txBody>
          <a:bodyPr/>
          <a:lstStyle/>
          <a:p>
            <a:r>
              <a:rPr lang="en-US" b="1" dirty="0"/>
              <a:t>Certifications : </a:t>
            </a:r>
          </a:p>
          <a:p>
            <a:r>
              <a:rPr lang="en-US" dirty="0"/>
              <a:t>IBM Python Developer – IBM – 2022</a:t>
            </a:r>
          </a:p>
          <a:p>
            <a:r>
              <a:rPr lang="en-US" dirty="0"/>
              <a:t>Machine Learning with Python – Coursera – 2024</a:t>
            </a:r>
          </a:p>
          <a:p>
            <a:r>
              <a:rPr lang="en-US" dirty="0"/>
              <a:t>Oracle cloud Infrastructure Developer – Oracle – 2024</a:t>
            </a:r>
          </a:p>
          <a:p>
            <a:r>
              <a:rPr lang="en-US" dirty="0"/>
              <a:t>AWS Certified Cloud Practitioner – AWS –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95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287B-C3DB-5C6F-04BD-5753D316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Internships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2B7A-EF23-A4EE-6361-17D0F591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Currently seeking research opportunities in Distributed Systems, Full Stack Development, Cloud Architecture, Performance Engineering and Scalable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58567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D128-9C0E-9373-34AA-1AA5D76B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internships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7AC0B-BB21-DB59-F373-2B184BD47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Currently seeking product internship opportunities in Backend Infrastructure, Systems Design, Cloud Native Applications, Scalable API Platforms and Distributed Network Systems.</a:t>
            </a:r>
          </a:p>
        </p:txBody>
      </p:sp>
    </p:spTree>
    <p:extLst>
      <p:ext uri="{BB962C8B-B14F-4D97-AF65-F5344CB8AC3E}">
        <p14:creationId xmlns:p14="http://schemas.microsoft.com/office/powerpoint/2010/main" val="3316071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70</TotalTime>
  <Words>469</Words>
  <Application>Microsoft Macintosh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My profile</vt:lpstr>
      <vt:lpstr>About me</vt:lpstr>
      <vt:lpstr>Online presence</vt:lpstr>
      <vt:lpstr>Academic performance</vt:lpstr>
      <vt:lpstr>Participations</vt:lpstr>
      <vt:lpstr>Research papers</vt:lpstr>
      <vt:lpstr>Key projects</vt:lpstr>
      <vt:lpstr>Subjects Of Interest</vt:lpstr>
      <vt:lpstr>Research Internships </vt:lpstr>
      <vt:lpstr>Product internships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Sanjith S J - [CB.SC.U4CSE24544]</dc:creator>
  <cp:lastModifiedBy>Sanjith S J - [CB.SC.U4CSE24544]</cp:lastModifiedBy>
  <cp:revision>1</cp:revision>
  <dcterms:created xsi:type="dcterms:W3CDTF">2026-03-04T06:13:23Z</dcterms:created>
  <dcterms:modified xsi:type="dcterms:W3CDTF">2026-03-04T07:24:00Z</dcterms:modified>
</cp:coreProperties>
</file>